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Research Synthesis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research pitch demonstrating lifecycle validation for an AI-powered research synthesis platform that transforms academic literature into actionable insights.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Begin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Template: lib/begin.xml</a:t>
            </a:r>
          </a:p>
          <a:p>
            <a:pPr>
              <a:defRPr sz="1400"/>
            </a:pPr>
            <a:r>
              <a:t>  Initialize research pitch lifecycle with baseline requirements.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Payload:</a:t>
            </a:r>
          </a:p>
          <a:p>
            <a:pPr>
              <a:defRPr sz="1400"/>
            </a:pPr>
            <a:r>
              <a:t>  • research-synthesis-platform</a:t>
            </a:r>
          </a:p>
          <a:p>
            <a:pPr>
              <a:defRPr sz="1400"/>
            </a:pPr>
            <a:r>
              <a:t>  • 2500000</a:t>
            </a:r>
          </a:p>
          <a:p>
            <a:pPr>
              <a:defRPr sz="1400"/>
            </a:pPr>
            <a:r>
              <a:t>  • 18</a:t>
            </a:r>
          </a:p>
          <a:p>
            <a:pPr>
              <a:defRPr sz="1400"/>
            </a:pPr>
            <a:r>
              <a:t>  •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Template: lib/start.xml</a:t>
            </a:r>
          </a:p>
          <a:p>
            <a:pPr>
              <a:defRPr sz="1400"/>
            </a:pPr>
            <a:r>
              <a:t>  Establish development milestones and sprint cadence.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Payload: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Iteration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Template: lib/iteration.xml</a:t>
            </a:r>
          </a:p>
          <a:p>
            <a:pPr>
              <a:defRPr sz="1400"/>
            </a:pPr>
            <a:r>
              <a:t>  Execute first development sprint.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Payload: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Template: lib/end.xml</a:t>
            </a:r>
          </a:p>
          <a:p>
            <a:pPr>
              <a:defRPr sz="1400"/>
            </a:pPr>
            <a:r>
              <a:t>  Finalize MVP delivery and conduct stakeholder review.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Payload: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Continuum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Template: lib/continuum.xml</a:t>
            </a:r>
          </a:p>
          <a:p>
            <a:pPr>
              <a:defRPr sz="1400"/>
            </a:pPr>
            <a:r>
              <a:t>  Transition to production operations and continuous improvement.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Payload:</a:t>
            </a:r>
          </a:p>
          <a:p>
            <a:pPr>
              <a:defRPr sz="1400"/>
            </a:pPr>
            <a:r>
              <a:t>  • load-test-10x</a:t>
            </a:r>
          </a:p>
          <a:p>
            <a:pPr>
              <a:defRPr sz="1400"/>
            </a:pPr>
            <a:r>
              <a:t>  • https://internal.docs.example.com/research-platform/runbook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Status: complete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Next Action:</a:t>
            </a:r>
          </a:p>
          <a:p>
            <a:pPr>
              <a:defRPr sz="1600"/>
            </a:pPr>
            <a:r>
              <a:t>  Deploy MVP to staging environment and onboard 20 beta users from academic institutions. Monitor system performance and gather feedback for Q2 roadmap prioritization.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Citations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000"/>
            </a:pPr>
            <a:r>
              <a:t>[1] Document timestamp: 2025-01-15T09:00:00Z</a:t>
            </a:r>
          </a:p>
          <a:p>
            <a:pPr>
              <a:defRPr sz="1000"/>
            </a:pPr>
            <a:r>
              <a:t>[2] Phase 'begin' timestamp: 2025-01-15T09:00:00Z</a:t>
            </a:r>
          </a:p>
          <a:p>
            <a:pPr>
              <a:defRPr sz="1000"/>
            </a:pPr>
            <a:r>
              <a:t>[3] Phase 'begin' references: lib/begin.xml</a:t>
            </a:r>
          </a:p>
          <a:p>
            <a:pPr>
              <a:defRPr sz="1000"/>
            </a:pPr>
            <a:r>
              <a:t>[4] Phase 'start' timestamp: 2025-01-15T10:30:00Z</a:t>
            </a:r>
          </a:p>
          <a:p>
            <a:pPr>
              <a:defRPr sz="1000"/>
            </a:pPr>
            <a:r>
              <a:t>[5] Phase 'start' references: lib/start.xml</a:t>
            </a:r>
          </a:p>
          <a:p>
            <a:pPr>
              <a:defRPr sz="1000"/>
            </a:pPr>
            <a:r>
              <a:t>[6] Phase 'iteration' timestamp: 2025-02-14T17:00:00Z</a:t>
            </a:r>
          </a:p>
          <a:p>
            <a:pPr>
              <a:defRPr sz="1000"/>
            </a:pPr>
            <a:r>
              <a:t>[7] Phase 'iteration' references: lib/iteration.xml</a:t>
            </a:r>
          </a:p>
          <a:p>
            <a:pPr>
              <a:defRPr sz="1000"/>
            </a:pPr>
            <a:r>
              <a:t>[8] Phase 'end' timestamp: 2025-03-15T16:00:00Z</a:t>
            </a:r>
          </a:p>
          <a:p>
            <a:pPr>
              <a:defRPr sz="1000"/>
            </a:pPr>
            <a:r>
              <a:t>[9] Phase 'end' references: lib/end.xml</a:t>
            </a:r>
          </a:p>
          <a:p>
            <a:pPr>
              <a:defRPr sz="1000"/>
            </a:pPr>
            <a:r>
              <a:t>[10] Phase 'continuum' timestamp: 2025-03-16T09:00:00Z</a:t>
            </a:r>
          </a:p>
          <a:p>
            <a:pPr>
              <a:defRPr sz="1000"/>
            </a:pPr>
            <a:r>
              <a:t>[11] Phase 'continuum' references: lib/continuum.xml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